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D51B32-6A7A-4AC5-B1D2-68414E3880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EFE540-2995-4DC7-999D-02FDD1E319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566E70-D4E3-4427-B77C-52223A220C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444FC8-E610-4BA3-9AFD-25B5BE1AD4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38FD03-2353-4BF5-90BF-A41CAC8842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810000"/>
            <a:ext cx="9071640" cy="60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07A794-99BD-42D8-A8F6-F8FC48BF7E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AD403E-04FB-4EB4-A5FB-153AE3B615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D11C60-EB02-4F3F-9244-8329694D13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814920"/>
            <a:ext cx="907164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82E8A0-EE56-4D4C-9A83-C3D15A40716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907164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814920"/>
            <a:ext cx="907164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A00733-9B3E-4704-918A-48652CA9E0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6E5DDB-543F-4CD9-B834-E720BFC9FD5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237600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237600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81492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81492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81492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E53336-EE91-4D76-9FB2-D339957C048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6B0156-201C-4E82-84D6-1C0C05652E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CF194B-9006-4180-98CE-B351A0B0A0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F40617-335B-4199-93C5-9F6C22E785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4A449E-4FF1-4474-A80B-A3A1EC9E1D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E8E740-8B69-4C5D-9B28-C06CAB2207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4000" y="810000"/>
            <a:ext cx="9071640" cy="60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C29B77-1AED-4BD2-B0FF-964DCDF17E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50400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5DFB83-7BC5-4C31-951D-3156AFA6CD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5268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21264A-F3FA-48D3-BF49-ECBAF40EAA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3814920"/>
            <a:ext cx="907164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EBAC48-9FBF-42F4-A024-3F8DDDE27B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907164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04000" y="3814920"/>
            <a:ext cx="907164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3E872F-542C-40DC-9873-3023A1688B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0400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515268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A24526-068C-4937-B954-59081FEFEF6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571200" y="237600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638040" y="237600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04000" y="381492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571200" y="381492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638040" y="381492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560B7B-B1B0-4CA8-81C2-0A082751635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52F7EF3-CDB2-4DBA-BF51-79D56E62F1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01E5B38-B500-4FC7-BEEA-1D1E99D386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46763DE-B503-4A4F-9E51-86B20EA0F3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0C05D08-026F-4B26-A43E-BCFF6AE4F9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BB4DEA5-6D4E-4B67-9DD0-960DD9599D9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504000" y="810000"/>
            <a:ext cx="9071640" cy="60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4BF2A79-6EEE-42D2-AD0A-BE86AB19A47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50400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0AC2E23-52B0-4484-9CD2-0FF5BF36E7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515268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0B7F58F-ACB5-4376-AC23-A14FD26D8F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504000" y="3814920"/>
            <a:ext cx="907164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7E16F68-A5CE-4232-B574-51776D3A6F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907164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504000" y="3814920"/>
            <a:ext cx="907164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08B881D-E005-4EE8-B40A-93130188F6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50400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515268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4C3CF51-035B-4E80-A82C-1BE4B2C45F7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571200" y="237600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638040" y="237600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504000" y="381492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571200" y="381492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638040" y="381492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07B84F4-5D49-447D-A5DC-97EEB98CB2A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C623533-F1B3-4097-A0F5-6138095C9E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7629088-CDD9-4DD5-B693-9D3C6BC782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BE2C59A-09BF-4ACD-8C8B-E4AE6FD8B2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77996E1-0C03-4E8A-8EFF-22F07DC6B26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9C9BD85-E099-4C04-86DE-5404CD2A43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504000" y="810000"/>
            <a:ext cx="9071640" cy="60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0B5B407-D07F-477D-BA0C-7747F2D3669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50400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7526FC5-05E2-49BC-8680-882127CE7E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515268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D1B4CC5-2DA4-444E-AA9C-64CC4D2E84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504000" y="3814920"/>
            <a:ext cx="907164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A4B7F3D-CB00-488C-A099-2CC7DE3FAD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907164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504000" y="3814920"/>
            <a:ext cx="907164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4B2C740-B960-457B-BB4F-9F799E9461E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50400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515268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B6515A6-F7C3-4FA9-8C52-E2EDA5D6FCE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3571200" y="237600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6638040" y="237600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504000" y="381492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3571200" y="381492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6638040" y="381492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CB9A78C-3DD6-44C9-909B-A17F27293B9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15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15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algn="r">
              <a:buNone/>
            </a:pPr>
            <a:fld id="{AC12CB55-52D9-475E-9443-582844335094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latin typeface="Arial"/>
              </a:rPr>
              <a:t>Click to edit the title text format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Click to edit the outline text format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latin typeface="Arial"/>
              </a:rPr>
              <a:t>Second Outline Level</a:t>
            </a:r>
            <a:endParaRPr b="0" lang="en-US" sz="2100" spc="-1" strike="noStrike">
              <a:latin typeface="Arial"/>
            </a:endParaRPr>
          </a:p>
          <a:p>
            <a:pPr lvl="2" marL="1296000" indent="-288000"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latin typeface="Arial"/>
              </a:rPr>
              <a:t>Fourth Outline Level</a:t>
            </a:r>
            <a:endParaRPr b="0" lang="en-US" sz="1500" spc="-1" strike="noStrike">
              <a:latin typeface="Arial"/>
            </a:endParaRPr>
          </a:p>
          <a:p>
            <a:pPr lvl="4" marL="2160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latin typeface="Arial"/>
              </a:rPr>
              <a:t>Fifth Outline Level</a:t>
            </a:r>
            <a:endParaRPr b="0" lang="en-US" sz="1500" spc="-1" strike="noStrike">
              <a:latin typeface="Arial"/>
            </a:endParaRPr>
          </a:p>
          <a:p>
            <a:pPr lvl="5" marL="2592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latin typeface="Arial"/>
              </a:rPr>
              <a:t>Sixth Outline Level</a:t>
            </a:r>
            <a:endParaRPr b="0" lang="en-US" sz="1500" spc="-1" strike="noStrike">
              <a:latin typeface="Arial"/>
            </a:endParaRPr>
          </a:p>
          <a:p>
            <a:pPr lvl="6" marL="3024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latin typeface="Arial"/>
              </a:rPr>
              <a:t>Seventh Outline Level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50400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Arial"/>
              </a:defRPr>
            </a:lvl1pPr>
          </a:lstStyle>
          <a:p>
            <a:r>
              <a:rPr b="0" lang="en-US" sz="1400" spc="-1" strike="noStrike">
                <a:latin typeface="Arial"/>
              </a:rPr>
              <a:t>&lt;date/time&gt;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Arial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Arial"/>
              </a:rPr>
              <a:t>&lt;footer&gt;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Arial"/>
              </a:defRPr>
            </a:lvl1pPr>
          </a:lstStyle>
          <a:p>
            <a:pPr algn="r">
              <a:buNone/>
            </a:pPr>
            <a:fld id="{CCCC9875-7961-48CB-9EC6-71EFE97C6F2A}" type="slidenum">
              <a:rPr b="0" lang="en-US" sz="1400" spc="-1" strike="noStrike">
                <a:latin typeface="Arial"/>
              </a:rPr>
              <a:t>&lt;number&gt;</a:t>
            </a:fld>
            <a:endParaRPr b="0" lang="en-US" sz="14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15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15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7"/>
          </p:nvPr>
        </p:nvSpPr>
        <p:spPr>
          <a:xfrm>
            <a:off x="50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ftr" idx="8"/>
          </p:nvPr>
        </p:nvSpPr>
        <p:spPr>
          <a:xfrm>
            <a:off x="344736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sldNum" idx="9"/>
          </p:nvPr>
        </p:nvSpPr>
        <p:spPr>
          <a:xfrm>
            <a:off x="722736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algn="r">
              <a:buNone/>
            </a:pPr>
            <a:fld id="{975D25B2-3D8F-407B-B0D7-E0388DC3E8D1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latin typeface="Arial"/>
              </a:rPr>
              <a:t>Click to edit the title text format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Click to edit the outline text format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latin typeface="Arial"/>
              </a:rPr>
              <a:t>Second Outline Level</a:t>
            </a:r>
            <a:endParaRPr b="0" lang="en-US" sz="2100" spc="-1" strike="noStrike">
              <a:latin typeface="Arial"/>
            </a:endParaRPr>
          </a:p>
          <a:p>
            <a:pPr lvl="2" marL="1296000" indent="-288000"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latin typeface="Arial"/>
              </a:rPr>
              <a:t>Fourth Outline Level</a:t>
            </a:r>
            <a:endParaRPr b="0" lang="en-US" sz="1500" spc="-1" strike="noStrike">
              <a:latin typeface="Arial"/>
            </a:endParaRPr>
          </a:p>
          <a:p>
            <a:pPr lvl="4" marL="2160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latin typeface="Arial"/>
              </a:rPr>
              <a:t>Fifth Outline Level</a:t>
            </a:r>
            <a:endParaRPr b="0" lang="en-US" sz="1500" spc="-1" strike="noStrike">
              <a:latin typeface="Arial"/>
            </a:endParaRPr>
          </a:p>
          <a:p>
            <a:pPr lvl="5" marL="2592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latin typeface="Arial"/>
              </a:rPr>
              <a:t>Sixth Outline Level</a:t>
            </a:r>
            <a:endParaRPr b="0" lang="en-US" sz="1500" spc="-1" strike="noStrike">
              <a:latin typeface="Arial"/>
            </a:endParaRPr>
          </a:p>
          <a:p>
            <a:pPr lvl="6" marL="3024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latin typeface="Arial"/>
              </a:rPr>
              <a:t>Seventh Outline Level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dt" idx="10"/>
          </p:nvPr>
        </p:nvSpPr>
        <p:spPr>
          <a:xfrm>
            <a:off x="50400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Arial"/>
              </a:defRPr>
            </a:lvl1pPr>
          </a:lstStyle>
          <a:p>
            <a:r>
              <a:rPr b="0" lang="en-US" sz="1400" spc="-1" strike="noStrike">
                <a:latin typeface="Arial"/>
              </a:rPr>
              <a:t>&lt;date/time&gt;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ftr" idx="11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Arial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Arial"/>
              </a:rPr>
              <a:t>&lt;footer&gt;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Arial"/>
              </a:defRPr>
            </a:lvl1pPr>
          </a:lstStyle>
          <a:p>
            <a:pPr algn="r">
              <a:buNone/>
            </a:pPr>
            <a:fld id="{92710EB2-EE9E-4768-B36D-7EC7C091C5BA}" type="slidenum">
              <a:rPr b="0" lang="en-US" sz="1400" spc="-1" strike="noStrike">
                <a:latin typeface="Arial"/>
              </a:rPr>
              <a:t>&lt;number&gt;</a:t>
            </a:fld>
            <a:endParaRPr b="0" lang="en-US" sz="14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Ubuntu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subTitle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Ubuntu Linux!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latin typeface="Arial"/>
              </a:rPr>
              <a:t>Ubuntu Linux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Ubuntu (/ʊˈbʊntuː/ (listen) uu-BUUN-too)[7] is a Linux distribution based on Debian and composed mostly of free and open-source software.[8][9][10] Ubuntu is officially released in three editions: Desktop,[11] Server,[12] and Core[13] for Internet of things devices[14] and robots.[15][16] All the editions can run on the computer alone, or in a virtual machine.[17] Ubuntu is a popular operating system for cloud computing, with support for OpenStack.[18] Ubuntu's default desktop has been GNOME since version 17.10.[19] 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2376000" y="2376000"/>
            <a:ext cx="7199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816120" y="2716200"/>
            <a:ext cx="837720" cy="294840"/>
          </a:xfrm>
          <a:prstGeom prst="rect">
            <a:avLst/>
          </a:prstGeom>
          <a:ln w="18000">
            <a:noFill/>
          </a:ln>
        </p:spPr>
      </p:pic>
      <p:pic>
        <p:nvPicPr>
          <p:cNvPr id="170" name="" descr=""/>
          <p:cNvPicPr/>
          <p:nvPr/>
        </p:nvPicPr>
        <p:blipFill>
          <a:blip r:embed="rId2"/>
          <a:stretch/>
        </p:blipFill>
        <p:spPr>
          <a:xfrm>
            <a:off x="838080" y="457200"/>
            <a:ext cx="7711920" cy="434340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LibreOffice/7.3.6.2$Linux_X86_64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2022-10-19T12:29:43Z</dcterms:created>
  <dc:creator/>
  <dc:description/>
  <dc:language>en-US</dc:language>
  <cp:lastModifiedBy/>
  <dcterms:modified xsi:type="dcterms:W3CDTF">2022-10-19T12:36:14Z</dcterms:modified>
  <cp:revision>2</cp:revision>
  <dc:subject/>
  <dc:title>Blueprint Plans</dc:title>
</cp:coreProperties>
</file>